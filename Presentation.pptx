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1pPr>
    <a:lvl2pPr marL="0" marR="0" indent="4572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2pPr>
    <a:lvl3pPr marL="0" marR="0" indent="9144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3pPr>
    <a:lvl4pPr marL="0" marR="0" indent="13716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4pPr>
    <a:lvl5pPr marL="0" marR="0" indent="18288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5pPr>
    <a:lvl6pPr marL="0" marR="0" indent="22860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6pPr>
    <a:lvl7pPr marL="0" marR="0" indent="27432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7pPr>
    <a:lvl8pPr marL="0" marR="0" indent="32004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8pPr>
    <a:lvl9pPr marL="0" marR="0" indent="365760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54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536773"/>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536773"/>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254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25400" cap="flat">
              <a:solidFill>
                <a:srgbClr val="CB297B"/>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698500" y="8657488"/>
            <a:ext cx="11607801" cy="461060"/>
          </a:xfrm>
          <a:prstGeom prst="rect">
            <a:avLst/>
          </a:prstGeom>
        </p:spPr>
        <p:txBody>
          <a:bodyPr anchor="b"/>
          <a:lstStyle>
            <a:lvl1pPr marL="0" indent="0" defTabSz="563541">
              <a:lnSpc>
                <a:spcPct val="100000"/>
              </a:lnSpc>
              <a:spcBef>
                <a:spcPts val="0"/>
              </a:spcBef>
              <a:buSzTx/>
              <a:buNone/>
              <a:defRPr b="1" sz="2304"/>
            </a:lvl1pPr>
          </a:lstStyle>
          <a:p>
            <a:pPr/>
            <a:r>
              <a:t>Author and Date</a:t>
            </a:r>
          </a:p>
        </p:txBody>
      </p:sp>
      <p:sp>
        <p:nvSpPr>
          <p:cNvPr id="12" name="Presentation Title"/>
          <p:cNvSpPr txBox="1"/>
          <p:nvPr>
            <p:ph type="title" hasCustomPrompt="1"/>
          </p:nvPr>
        </p:nvSpPr>
        <p:spPr>
          <a:xfrm>
            <a:off x="698500" y="1854200"/>
            <a:ext cx="11609057" cy="3302000"/>
          </a:xfrm>
          <a:prstGeom prst="rect">
            <a:avLst/>
          </a:prstGeom>
        </p:spPr>
        <p:txBody>
          <a:bodyPr anchor="b"/>
          <a:lstStyle>
            <a:lvl1pPr>
              <a:defRPr spc="-164" sz="8200"/>
            </a:lvl1pPr>
          </a:lstStyle>
          <a:p>
            <a:pPr/>
            <a:r>
              <a:t>Presentation Title</a:t>
            </a:r>
          </a:p>
        </p:txBody>
      </p:sp>
      <p:sp>
        <p:nvSpPr>
          <p:cNvPr id="13" name="Body Level One…"/>
          <p:cNvSpPr txBox="1"/>
          <p:nvPr>
            <p:ph type="body" sz="quarter" idx="1" hasCustomPrompt="1"/>
          </p:nvPr>
        </p:nvSpPr>
        <p:spPr>
          <a:xfrm>
            <a:off x="698500" y="5105400"/>
            <a:ext cx="11607800" cy="1456399"/>
          </a:xfrm>
          <a:prstGeom prst="rect">
            <a:avLst/>
          </a:prstGeom>
        </p:spPr>
        <p:txBody>
          <a:bodyPr/>
          <a:lstStyle>
            <a:lvl1pPr marL="0" indent="0" defTabSz="587022">
              <a:lnSpc>
                <a:spcPct val="100000"/>
              </a:lnSpc>
              <a:spcBef>
                <a:spcPts val="0"/>
              </a:spcBef>
              <a:buSzTx/>
              <a:buNone/>
              <a:defRPr b="1" sz="3800"/>
            </a:lvl1pPr>
            <a:lvl2pPr marL="0" indent="457200" defTabSz="587022">
              <a:lnSpc>
                <a:spcPct val="100000"/>
              </a:lnSpc>
              <a:spcBef>
                <a:spcPts val="0"/>
              </a:spcBef>
              <a:buSzTx/>
              <a:buNone/>
              <a:defRPr b="1" sz="3800"/>
            </a:lvl2pPr>
            <a:lvl3pPr marL="0" indent="914400" defTabSz="587022">
              <a:lnSpc>
                <a:spcPct val="100000"/>
              </a:lnSpc>
              <a:spcBef>
                <a:spcPts val="0"/>
              </a:spcBef>
              <a:buSzTx/>
              <a:buNone/>
              <a:defRPr b="1" sz="3800"/>
            </a:lvl3pPr>
            <a:lvl4pPr marL="0" indent="1371600" defTabSz="587022">
              <a:lnSpc>
                <a:spcPct val="100000"/>
              </a:lnSpc>
              <a:spcBef>
                <a:spcPts val="0"/>
              </a:spcBef>
              <a:buSzTx/>
              <a:buNone/>
              <a:defRPr b="1" sz="3800"/>
            </a:lvl4pPr>
            <a:lvl5pPr marL="0" indent="1828800" defTabSz="587022">
              <a:lnSpc>
                <a:spcPct val="100000"/>
              </a:lnSpc>
              <a:spcBef>
                <a:spcPts val="0"/>
              </a:spcBef>
              <a:buSzTx/>
              <a:buNone/>
              <a:defRPr b="1" sz="38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xfrm>
            <a:off x="6353454" y="9220199"/>
            <a:ext cx="297892" cy="28747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376767" y="-915894"/>
            <a:ext cx="17835652" cy="10682195"/>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698500" y="5181600"/>
            <a:ext cx="11607800" cy="3302000"/>
          </a:xfrm>
          <a:prstGeom prst="rect">
            <a:avLst/>
          </a:prstGeom>
        </p:spPr>
        <p:txBody>
          <a:bodyPr anchor="b"/>
          <a:lstStyle>
            <a:lvl1pPr>
              <a:defRPr spc="-164" sz="8200"/>
            </a:lvl1pPr>
          </a:lstStyle>
          <a:p>
            <a:pPr/>
            <a:r>
              <a:t>Presentation Title</a:t>
            </a:r>
          </a:p>
        </p:txBody>
      </p:sp>
      <p:sp>
        <p:nvSpPr>
          <p:cNvPr id="23" name="Body Level One…"/>
          <p:cNvSpPr txBox="1"/>
          <p:nvPr>
            <p:ph type="body" sz="quarter" idx="1" hasCustomPrompt="1"/>
          </p:nvPr>
        </p:nvSpPr>
        <p:spPr>
          <a:xfrm>
            <a:off x="698500" y="8432800"/>
            <a:ext cx="11607800" cy="689769"/>
          </a:xfrm>
          <a:prstGeom prst="rect">
            <a:avLst/>
          </a:prstGeom>
        </p:spPr>
        <p:txBody>
          <a:bodyPr/>
          <a:lstStyle>
            <a:lvl1pPr marL="0" indent="0" defTabSz="587022">
              <a:lnSpc>
                <a:spcPct val="100000"/>
              </a:lnSpc>
              <a:spcBef>
                <a:spcPts val="0"/>
              </a:spcBef>
              <a:buSzTx/>
              <a:buNone/>
              <a:defRPr b="1" sz="3800"/>
            </a:lvl1pPr>
            <a:lvl2pPr marL="0" indent="457200" defTabSz="587022">
              <a:lnSpc>
                <a:spcPct val="100000"/>
              </a:lnSpc>
              <a:spcBef>
                <a:spcPts val="0"/>
              </a:spcBef>
              <a:buSzTx/>
              <a:buNone/>
              <a:defRPr b="1" sz="3800"/>
            </a:lvl2pPr>
            <a:lvl3pPr marL="0" indent="914400" defTabSz="587022">
              <a:lnSpc>
                <a:spcPct val="100000"/>
              </a:lnSpc>
              <a:spcBef>
                <a:spcPts val="0"/>
              </a:spcBef>
              <a:buSzTx/>
              <a:buNone/>
              <a:defRPr b="1" sz="3800"/>
            </a:lvl3pPr>
            <a:lvl4pPr marL="0" indent="1371600" defTabSz="587022">
              <a:lnSpc>
                <a:spcPct val="100000"/>
              </a:lnSpc>
              <a:spcBef>
                <a:spcPts val="0"/>
              </a:spcBef>
              <a:buSzTx/>
              <a:buNone/>
              <a:defRPr b="1" sz="3800"/>
            </a:lvl4pPr>
            <a:lvl5pPr marL="0" indent="1828800" defTabSz="587022">
              <a:lnSpc>
                <a:spcPct val="100000"/>
              </a:lnSpc>
              <a:spcBef>
                <a:spcPts val="0"/>
              </a:spcBef>
              <a:buSzTx/>
              <a:buNone/>
              <a:defRPr b="1" sz="3800"/>
            </a:lvl5pPr>
          </a:lstStyle>
          <a:p>
            <a:pPr/>
            <a:r>
              <a:t>Presentation Subtitle</a:t>
            </a:r>
          </a:p>
          <a:p>
            <a:pPr lvl="1"/>
            <a:r>
              <a:t/>
            </a:r>
          </a:p>
          <a:p>
            <a:pPr lvl="2"/>
            <a:r>
              <a:t/>
            </a:r>
          </a:p>
          <a:p>
            <a:pPr lvl="3"/>
            <a:r>
              <a:t/>
            </a:r>
          </a:p>
          <a:p>
            <a:pPr lvl="4"/>
            <a:r>
              <a:t/>
            </a:r>
          </a:p>
        </p:txBody>
      </p:sp>
      <p:sp>
        <p:nvSpPr>
          <p:cNvPr id="24" name="Author and Date"/>
          <p:cNvSpPr txBox="1"/>
          <p:nvPr>
            <p:ph type="body" sz="quarter" idx="22" hasCustomPrompt="1"/>
          </p:nvPr>
        </p:nvSpPr>
        <p:spPr>
          <a:xfrm>
            <a:off x="698500" y="571500"/>
            <a:ext cx="11607801" cy="461059"/>
          </a:xfrm>
          <a:prstGeom prst="rect">
            <a:avLst/>
          </a:prstGeom>
        </p:spPr>
        <p:txBody>
          <a:bodyPr/>
          <a:lstStyle>
            <a:lvl1pPr marL="0" indent="0" defTabSz="563541">
              <a:lnSpc>
                <a:spcPct val="100000"/>
              </a:lnSpc>
              <a:spcBef>
                <a:spcPts val="0"/>
              </a:spcBef>
              <a:buSzTx/>
              <a:buNone/>
              <a:defRPr b="1" sz="2304"/>
            </a:lvl1pPr>
          </a:lstStyle>
          <a:p>
            <a:pPr/>
            <a:r>
              <a:t>Author and Date</a:t>
            </a:r>
          </a:p>
        </p:txBody>
      </p:sp>
      <p:sp>
        <p:nvSpPr>
          <p:cNvPr id="25" name="Slide Number"/>
          <p:cNvSpPr txBox="1"/>
          <p:nvPr>
            <p:ph type="sldNum" sz="quarter" idx="2"/>
          </p:nvPr>
        </p:nvSpPr>
        <p:spPr>
          <a:xfrm>
            <a:off x="6349999" y="9220199"/>
            <a:ext cx="297893" cy="287479"/>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oumous "/>
          <p:cNvSpPr/>
          <p:nvPr>
            <p:ph type="pic" idx="21"/>
          </p:nvPr>
        </p:nvSpPr>
        <p:spPr>
          <a:xfrm>
            <a:off x="5319129" y="495299"/>
            <a:ext cx="7543801" cy="8780059"/>
          </a:xfrm>
          <a:prstGeom prst="rect">
            <a:avLst/>
          </a:prstGeom>
        </p:spPr>
        <p:txBody>
          <a:bodyPr lIns="91439" tIns="45719" rIns="91439" bIns="45719">
            <a:noAutofit/>
          </a:bodyPr>
          <a:lstStyle/>
          <a:p>
            <a:pPr/>
          </a:p>
        </p:txBody>
      </p:sp>
      <p:sp>
        <p:nvSpPr>
          <p:cNvPr id="33" name="Body Level One…"/>
          <p:cNvSpPr txBox="1"/>
          <p:nvPr>
            <p:ph type="body" sz="quarter" idx="1" hasCustomPrompt="1"/>
          </p:nvPr>
        </p:nvSpPr>
        <p:spPr>
          <a:xfrm>
            <a:off x="698500" y="5003800"/>
            <a:ext cx="5105400" cy="4044566"/>
          </a:xfrm>
          <a:prstGeom prst="rect">
            <a:avLst/>
          </a:prstGeom>
        </p:spPr>
        <p:txBody>
          <a:bodyPr/>
          <a:lstStyle>
            <a:lvl1pPr marL="0" indent="0" defTabSz="587022">
              <a:lnSpc>
                <a:spcPct val="100000"/>
              </a:lnSpc>
              <a:spcBef>
                <a:spcPts val="0"/>
              </a:spcBef>
              <a:buSzTx/>
              <a:buNone/>
              <a:defRPr b="1" sz="3800"/>
            </a:lvl1pPr>
            <a:lvl2pPr marL="0" indent="457200" defTabSz="587022">
              <a:lnSpc>
                <a:spcPct val="100000"/>
              </a:lnSpc>
              <a:spcBef>
                <a:spcPts val="0"/>
              </a:spcBef>
              <a:buSzTx/>
              <a:buNone/>
              <a:defRPr b="1" sz="3800"/>
            </a:lvl2pPr>
            <a:lvl3pPr marL="0" indent="914400" defTabSz="587022">
              <a:lnSpc>
                <a:spcPct val="100000"/>
              </a:lnSpc>
              <a:spcBef>
                <a:spcPts val="0"/>
              </a:spcBef>
              <a:buSzTx/>
              <a:buNone/>
              <a:defRPr b="1" sz="3800"/>
            </a:lvl3pPr>
            <a:lvl4pPr marL="0" indent="1371600" defTabSz="587022">
              <a:lnSpc>
                <a:spcPct val="100000"/>
              </a:lnSpc>
              <a:spcBef>
                <a:spcPts val="0"/>
              </a:spcBef>
              <a:buSzTx/>
              <a:buNone/>
              <a:defRPr b="1" sz="3800"/>
            </a:lvl4pPr>
            <a:lvl5pPr marL="0" indent="1828800" defTabSz="587022">
              <a:lnSpc>
                <a:spcPct val="100000"/>
              </a:lnSpc>
              <a:spcBef>
                <a:spcPts val="0"/>
              </a:spcBef>
              <a:buSzTx/>
              <a:buNone/>
              <a:defRPr b="1" sz="3800"/>
            </a:lvl5pPr>
          </a:lstStyle>
          <a:p>
            <a:pPr/>
            <a:r>
              <a:t>Slide Subtitle</a:t>
            </a:r>
          </a:p>
          <a:p>
            <a:pPr lvl="1"/>
            <a:r>
              <a:t/>
            </a:r>
          </a:p>
          <a:p>
            <a:pPr lvl="2"/>
            <a:r>
              <a:t/>
            </a:r>
          </a:p>
          <a:p>
            <a:pPr lvl="3"/>
            <a:r>
              <a:t/>
            </a:r>
          </a:p>
          <a:p>
            <a:pPr lvl="4"/>
            <a:r>
              <a:t/>
            </a:r>
          </a:p>
        </p:txBody>
      </p:sp>
      <p:sp>
        <p:nvSpPr>
          <p:cNvPr id="34" name="Slide Title"/>
          <p:cNvSpPr txBox="1"/>
          <p:nvPr>
            <p:ph type="title" hasCustomPrompt="1"/>
          </p:nvPr>
        </p:nvSpPr>
        <p:spPr>
          <a:xfrm>
            <a:off x="698500" y="692534"/>
            <a:ext cx="5105400" cy="4387466"/>
          </a:xfrm>
          <a:prstGeom prst="rect">
            <a:avLst/>
          </a:prstGeom>
        </p:spPr>
        <p:txBody>
          <a:bodyPr anchor="b"/>
          <a:lstStyle/>
          <a:p>
            <a:pPr/>
            <a:r>
              <a:t>Slide Title</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3" name="Slide Subtitle"/>
          <p:cNvSpPr txBox="1"/>
          <p:nvPr>
            <p:ph type="body" sz="quarter" idx="21" hasCustomPrompt="1"/>
          </p:nvPr>
        </p:nvSpPr>
        <p:spPr>
          <a:xfrm>
            <a:off x="698500" y="1412977"/>
            <a:ext cx="11607801" cy="671803"/>
          </a:xfrm>
          <a:prstGeom prst="rect">
            <a:avLst/>
          </a:prstGeom>
        </p:spPr>
        <p:txBody>
          <a:bodyPr/>
          <a:lstStyle>
            <a:lvl1pPr marL="0" indent="0" defTabSz="587022">
              <a:lnSpc>
                <a:spcPct val="100000"/>
              </a:lnSpc>
              <a:spcBef>
                <a:spcPts val="0"/>
              </a:spcBef>
              <a:buSzTx/>
              <a:buNone/>
              <a:defRPr b="1" sz="3800"/>
            </a:lvl1pPr>
          </a:lstStyle>
          <a:p>
            <a:pPr/>
            <a:r>
              <a:t>Slide Subtitle</a:t>
            </a:r>
          </a:p>
        </p:txBody>
      </p:sp>
      <p:sp>
        <p:nvSpPr>
          <p:cNvPr id="44" name="Slide Title"/>
          <p:cNvSpPr txBox="1"/>
          <p:nvPr>
            <p:ph type="title" hasCustomPrompt="1"/>
          </p:nvPr>
        </p:nvSpPr>
        <p:spPr>
          <a:prstGeom prst="rect">
            <a:avLst/>
          </a:prstGeom>
        </p:spPr>
        <p:txBody>
          <a:bodyPr/>
          <a:lstStyle/>
          <a:p>
            <a:pPr/>
            <a:r>
              <a:t>Slide Title</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589358"/>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Bowl of pappardelle pasta with parsley butter, roasted hazelnuts and shaved parmesan cheese"/>
          <p:cNvSpPr/>
          <p:nvPr>
            <p:ph type="pic" idx="21"/>
          </p:nvPr>
        </p:nvSpPr>
        <p:spPr>
          <a:xfrm>
            <a:off x="6172200" y="596900"/>
            <a:ext cx="6448425" cy="8597900"/>
          </a:xfrm>
          <a:prstGeom prst="rect">
            <a:avLst/>
          </a:prstGeom>
        </p:spPr>
        <p:txBody>
          <a:bodyPr lIns="91439" tIns="45719" rIns="91439" bIns="45719">
            <a:noAutofit/>
          </a:bodyPr>
          <a:lstStyle/>
          <a:p>
            <a:pPr/>
          </a:p>
        </p:txBody>
      </p:sp>
      <p:sp>
        <p:nvSpPr>
          <p:cNvPr id="61" name="Slide Title"/>
          <p:cNvSpPr txBox="1"/>
          <p:nvPr>
            <p:ph type="title" hasCustomPrompt="1"/>
          </p:nvPr>
        </p:nvSpPr>
        <p:spPr>
          <a:xfrm>
            <a:off x="698500" y="444500"/>
            <a:ext cx="5105400" cy="1016000"/>
          </a:xfrm>
          <a:prstGeom prst="rect">
            <a:avLst/>
          </a:prstGeom>
        </p:spPr>
        <p:txBody>
          <a:bodyPr/>
          <a:lstStyle/>
          <a:p>
            <a:pPr/>
            <a:r>
              <a:t>Slide Title</a:t>
            </a:r>
          </a:p>
        </p:txBody>
      </p:sp>
      <p:sp>
        <p:nvSpPr>
          <p:cNvPr id="62" name="Slide Subtitle"/>
          <p:cNvSpPr txBox="1"/>
          <p:nvPr>
            <p:ph type="body" sz="quarter" idx="22" hasCustomPrompt="1"/>
          </p:nvPr>
        </p:nvSpPr>
        <p:spPr>
          <a:xfrm>
            <a:off x="698500" y="1412977"/>
            <a:ext cx="5105400" cy="671803"/>
          </a:xfrm>
          <a:prstGeom prst="rect">
            <a:avLst/>
          </a:prstGeom>
        </p:spPr>
        <p:txBody>
          <a:bodyPr/>
          <a:lstStyle>
            <a:lvl1pPr marL="0" indent="0" defTabSz="587022">
              <a:lnSpc>
                <a:spcPct val="100000"/>
              </a:lnSpc>
              <a:spcBef>
                <a:spcPts val="0"/>
              </a:spcBef>
              <a:buSzTx/>
              <a:buNone/>
              <a:defRPr b="1" sz="3800"/>
            </a:lvl1pPr>
          </a:lstStyle>
          <a:p>
            <a:pPr/>
            <a:r>
              <a:t>Slide Subtitle</a:t>
            </a:r>
          </a:p>
        </p:txBody>
      </p:sp>
      <p:sp>
        <p:nvSpPr>
          <p:cNvPr id="63" name="Body Level One…"/>
          <p:cNvSpPr txBox="1"/>
          <p:nvPr>
            <p:ph type="body" sz="half" idx="1" hasCustomPrompt="1"/>
          </p:nvPr>
        </p:nvSpPr>
        <p:spPr>
          <a:xfrm>
            <a:off x="698500" y="3480196"/>
            <a:ext cx="5105400" cy="5593161"/>
          </a:xfrm>
          <a:prstGeom prst="rect">
            <a:avLst/>
          </a:prstGeom>
        </p:spPr>
        <p:txBody>
          <a:bodyPr/>
          <a:lstStyle/>
          <a:p>
            <a:pPr/>
            <a:r>
              <a:t>Slide bullet text</a:t>
            </a:r>
          </a:p>
          <a:p>
            <a:pPr lvl="1"/>
            <a:r>
              <a:t/>
            </a:r>
          </a:p>
          <a:p>
            <a:pPr lvl="2"/>
            <a:r>
              <a:t/>
            </a:r>
          </a:p>
          <a:p>
            <a:pPr lvl="3"/>
            <a:r>
              <a:t/>
            </a:r>
          </a:p>
          <a:p>
            <a:pPr lvl="4"/>
            <a:r>
              <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Title"/>
          <p:cNvSpPr txBox="1"/>
          <p:nvPr>
            <p:ph type="title" hasCustomPrompt="1"/>
          </p:nvPr>
        </p:nvSpPr>
        <p:spPr>
          <a:xfrm>
            <a:off x="698500" y="444500"/>
            <a:ext cx="5105400" cy="1016000"/>
          </a:xfrm>
          <a:prstGeom prst="rect">
            <a:avLst/>
          </a:prstGeom>
        </p:spPr>
        <p:txBody>
          <a:bodyPr/>
          <a:lstStyle/>
          <a:p>
            <a:pPr/>
            <a:r>
              <a:t>Slide Title</a:t>
            </a:r>
          </a:p>
        </p:txBody>
      </p:sp>
      <p:sp>
        <p:nvSpPr>
          <p:cNvPr id="72" name="Slide Subtitle"/>
          <p:cNvSpPr txBox="1"/>
          <p:nvPr>
            <p:ph type="body" sz="quarter" idx="21" hasCustomPrompt="1"/>
          </p:nvPr>
        </p:nvSpPr>
        <p:spPr>
          <a:xfrm>
            <a:off x="698500" y="1412977"/>
            <a:ext cx="5105400" cy="671803"/>
          </a:xfrm>
          <a:prstGeom prst="rect">
            <a:avLst/>
          </a:prstGeom>
        </p:spPr>
        <p:txBody>
          <a:bodyPr/>
          <a:lstStyle>
            <a:lvl1pPr marL="0" indent="0" defTabSz="587022">
              <a:lnSpc>
                <a:spcPct val="100000"/>
              </a:lnSpc>
              <a:spcBef>
                <a:spcPts val="0"/>
              </a:spcBef>
              <a:buSzTx/>
              <a:buNone/>
              <a:defRPr b="1" sz="3800"/>
            </a:lvl1pPr>
          </a:lstStyle>
          <a:p>
            <a:pPr/>
            <a:r>
              <a:t>Slide Subtitle</a:t>
            </a:r>
          </a:p>
        </p:txBody>
      </p:sp>
      <p:sp>
        <p:nvSpPr>
          <p:cNvPr id="73" name="Body Level One…"/>
          <p:cNvSpPr txBox="1"/>
          <p:nvPr>
            <p:ph type="body" sz="half" idx="1" hasCustomPrompt="1"/>
          </p:nvPr>
        </p:nvSpPr>
        <p:spPr>
          <a:xfrm>
            <a:off x="698500" y="3480196"/>
            <a:ext cx="5105400" cy="5593161"/>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Title"/>
          <p:cNvSpPr txBox="1"/>
          <p:nvPr>
            <p:ph type="title" hasCustomPrompt="1"/>
          </p:nvPr>
        </p:nvSpPr>
        <p:spPr>
          <a:xfrm>
            <a:off x="698500" y="444500"/>
            <a:ext cx="5105400" cy="1016000"/>
          </a:xfrm>
          <a:prstGeom prst="rect">
            <a:avLst/>
          </a:prstGeom>
        </p:spPr>
        <p:txBody>
          <a:bodyPr/>
          <a:lstStyle/>
          <a:p>
            <a:pPr/>
            <a:r>
              <a:t>Slide Title</a:t>
            </a:r>
          </a:p>
        </p:txBody>
      </p:sp>
      <p:sp>
        <p:nvSpPr>
          <p:cNvPr id="82" name="Slide Subtitle"/>
          <p:cNvSpPr txBox="1"/>
          <p:nvPr>
            <p:ph type="body" sz="quarter" idx="21" hasCustomPrompt="1"/>
          </p:nvPr>
        </p:nvSpPr>
        <p:spPr>
          <a:xfrm>
            <a:off x="698500" y="1412977"/>
            <a:ext cx="5105400" cy="671803"/>
          </a:xfrm>
          <a:prstGeom prst="rect">
            <a:avLst/>
          </a:prstGeom>
        </p:spPr>
        <p:txBody>
          <a:bodyPr/>
          <a:lstStyle>
            <a:lvl1pPr marL="0" indent="0" defTabSz="587022">
              <a:lnSpc>
                <a:spcPct val="100000"/>
              </a:lnSpc>
              <a:spcBef>
                <a:spcPts val="0"/>
              </a:spcBef>
              <a:buSzTx/>
              <a:buNone/>
              <a:defRPr b="1" sz="3800"/>
            </a:lvl1pPr>
          </a:lstStyle>
          <a:p>
            <a:pPr/>
            <a:r>
              <a:t>Slide Subtitle</a:t>
            </a:r>
          </a:p>
        </p:txBody>
      </p:sp>
      <p:sp>
        <p:nvSpPr>
          <p:cNvPr id="83" name="Body Level One…"/>
          <p:cNvSpPr txBox="1"/>
          <p:nvPr>
            <p:ph type="body" sz="half" idx="1" hasCustomPrompt="1"/>
          </p:nvPr>
        </p:nvSpPr>
        <p:spPr>
          <a:xfrm>
            <a:off x="698500" y="3480196"/>
            <a:ext cx="5105400" cy="5593161"/>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698500" y="3225800"/>
            <a:ext cx="11607800" cy="3302000"/>
          </a:xfrm>
          <a:prstGeom prst="rect">
            <a:avLst/>
          </a:prstGeom>
        </p:spPr>
        <p:txBody>
          <a:bodyPr anchor="ctr"/>
          <a:lstStyle>
            <a:lvl1pPr>
              <a:defRPr b="0" spc="-164" sz="82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prstGeom prst="rect">
            <a:avLst/>
          </a:prstGeom>
        </p:spPr>
        <p:txBody>
          <a:bodyPr/>
          <a:lstStyle/>
          <a:p>
            <a:pPr/>
            <a:r>
              <a:t>Slide Title</a:t>
            </a:r>
          </a:p>
        </p:txBody>
      </p:sp>
      <p:sp>
        <p:nvSpPr>
          <p:cNvPr id="100" name="Slide Subtitle"/>
          <p:cNvSpPr txBox="1"/>
          <p:nvPr>
            <p:ph type="body" sz="quarter" idx="21" hasCustomPrompt="1"/>
          </p:nvPr>
        </p:nvSpPr>
        <p:spPr>
          <a:xfrm>
            <a:off x="698500" y="1412977"/>
            <a:ext cx="11607801" cy="671803"/>
          </a:xfrm>
          <a:prstGeom prst="rect">
            <a:avLst/>
          </a:prstGeom>
        </p:spPr>
        <p:txBody>
          <a:bodyPr/>
          <a:lstStyle>
            <a:lvl1pPr marL="0" indent="0" defTabSz="587022">
              <a:lnSpc>
                <a:spcPct val="100000"/>
              </a:lnSpc>
              <a:spcBef>
                <a:spcPts val="0"/>
              </a:spcBef>
              <a:buSzTx/>
              <a:buNone/>
              <a:defRPr b="1" sz="38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698500" y="444500"/>
            <a:ext cx="11607800" cy="1016000"/>
          </a:xfrm>
          <a:prstGeom prst="rect">
            <a:avLst/>
          </a:prstGeom>
        </p:spPr>
        <p:txBody>
          <a:bodyPr/>
          <a:lstStyle/>
          <a:p>
            <a:pPr/>
            <a:r>
              <a:t>Agenda Title</a:t>
            </a:r>
          </a:p>
        </p:txBody>
      </p:sp>
      <p:sp>
        <p:nvSpPr>
          <p:cNvPr id="109" name="Agenda Subtitle"/>
          <p:cNvSpPr txBox="1"/>
          <p:nvPr>
            <p:ph type="body" sz="quarter" idx="21" hasCustomPrompt="1"/>
          </p:nvPr>
        </p:nvSpPr>
        <p:spPr>
          <a:xfrm>
            <a:off x="698500" y="1409700"/>
            <a:ext cx="11607801" cy="671802"/>
          </a:xfrm>
          <a:prstGeom prst="rect">
            <a:avLst/>
          </a:prstGeom>
        </p:spPr>
        <p:txBody>
          <a:bodyPr/>
          <a:lstStyle>
            <a:lvl1pPr marL="0" indent="0" defTabSz="587022">
              <a:lnSpc>
                <a:spcPct val="100000"/>
              </a:lnSpc>
              <a:spcBef>
                <a:spcPts val="0"/>
              </a:spcBef>
              <a:buSzTx/>
              <a:buNone/>
              <a:defRPr b="1" sz="38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a:spcBef>
                <a:spcPts val="1300"/>
              </a:spcBef>
              <a:buSzTx/>
              <a:buNone/>
              <a:defRPr spc="-38" sz="3800"/>
            </a:lvl1pPr>
            <a:lvl2pPr marL="0" indent="457200">
              <a:spcBef>
                <a:spcPts val="1300"/>
              </a:spcBef>
              <a:buSzTx/>
              <a:buNone/>
              <a:defRPr spc="-38" sz="3800"/>
            </a:lvl2pPr>
            <a:lvl3pPr marL="0" indent="914400">
              <a:spcBef>
                <a:spcPts val="1300"/>
              </a:spcBef>
              <a:buSzTx/>
              <a:buNone/>
              <a:defRPr spc="-38" sz="3800"/>
            </a:lvl3pPr>
            <a:lvl4pPr marL="0" indent="1371600">
              <a:spcBef>
                <a:spcPts val="1300"/>
              </a:spcBef>
              <a:buSzTx/>
              <a:buNone/>
              <a:defRPr spc="-38" sz="3800"/>
            </a:lvl4pPr>
            <a:lvl5pPr marL="0" indent="1828800">
              <a:spcBef>
                <a:spcPts val="1300"/>
              </a:spcBef>
              <a:buSzTx/>
              <a:buNone/>
              <a:defRPr spc="-38" sz="38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698500" y="3568700"/>
            <a:ext cx="11607800" cy="2617788"/>
          </a:xfrm>
          <a:prstGeom prst="rect">
            <a:avLst/>
          </a:prstGeom>
        </p:spPr>
        <p:txBody>
          <a:bodyPr anchor="ctr"/>
          <a:lstStyle>
            <a:lvl1pPr marL="0" indent="0" algn="ctr">
              <a:lnSpc>
                <a:spcPct val="80000"/>
              </a:lnSpc>
              <a:spcBef>
                <a:spcPts val="0"/>
              </a:spcBef>
              <a:buSzTx/>
              <a:buNone/>
              <a:defRPr spc="-164" sz="82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164" sz="82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164" sz="82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164" sz="82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164" sz="82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Fact information"/>
          <p:cNvSpPr txBox="1"/>
          <p:nvPr>
            <p:ph type="body" sz="quarter" idx="21" hasCustomPrompt="1"/>
          </p:nvPr>
        </p:nvSpPr>
        <p:spPr>
          <a:xfrm>
            <a:off x="698500" y="6209979"/>
            <a:ext cx="11607800" cy="671803"/>
          </a:xfrm>
          <a:prstGeom prst="rect">
            <a:avLst/>
          </a:prstGeom>
        </p:spPr>
        <p:txBody>
          <a:bodyPr/>
          <a:lstStyle>
            <a:lvl1pPr marL="0" indent="0" algn="ctr">
              <a:lnSpc>
                <a:spcPct val="100000"/>
              </a:lnSpc>
              <a:spcBef>
                <a:spcPts val="0"/>
              </a:spcBef>
              <a:buSzTx/>
              <a:buNone/>
              <a:defRPr b="1" sz="3800"/>
            </a:lvl1pPr>
          </a:lstStyle>
          <a:p>
            <a:pPr/>
            <a:r>
              <a:t>Fact information</a:t>
            </a:r>
          </a:p>
        </p:txBody>
      </p:sp>
      <p:sp>
        <p:nvSpPr>
          <p:cNvPr id="127" name="Body Level One…"/>
          <p:cNvSpPr txBox="1"/>
          <p:nvPr>
            <p:ph type="body" idx="1" hasCustomPrompt="1"/>
          </p:nvPr>
        </p:nvSpPr>
        <p:spPr>
          <a:xfrm>
            <a:off x="698500" y="999066"/>
            <a:ext cx="11607800" cy="5210914"/>
          </a:xfrm>
          <a:prstGeom prst="rect">
            <a:avLst/>
          </a:prstGeom>
        </p:spPr>
        <p:txBody>
          <a:bodyPr anchor="b"/>
          <a:lstStyle>
            <a:lvl1pPr marL="0" indent="0" algn="ctr">
              <a:lnSpc>
                <a:spcPct val="80000"/>
              </a:lnSpc>
              <a:spcBef>
                <a:spcPts val="0"/>
              </a:spcBef>
              <a:buSzTx/>
              <a:buNone/>
              <a:defRPr b="1" spc="-176" sz="17600"/>
            </a:lvl1pPr>
            <a:lvl2pPr marL="0" indent="457200" algn="ctr">
              <a:lnSpc>
                <a:spcPct val="80000"/>
              </a:lnSpc>
              <a:spcBef>
                <a:spcPts val="0"/>
              </a:spcBef>
              <a:buSzTx/>
              <a:buNone/>
              <a:defRPr b="1" spc="-176" sz="17600"/>
            </a:lvl2pPr>
            <a:lvl3pPr marL="0" indent="914400" algn="ctr">
              <a:lnSpc>
                <a:spcPct val="80000"/>
              </a:lnSpc>
              <a:spcBef>
                <a:spcPts val="0"/>
              </a:spcBef>
              <a:buSzTx/>
              <a:buNone/>
              <a:defRPr b="1" spc="-176" sz="17600"/>
            </a:lvl3pPr>
            <a:lvl4pPr marL="0" indent="1371600" algn="ctr">
              <a:lnSpc>
                <a:spcPct val="80000"/>
              </a:lnSpc>
              <a:spcBef>
                <a:spcPts val="0"/>
              </a:spcBef>
              <a:buSzTx/>
              <a:buNone/>
              <a:defRPr b="1" spc="-176" sz="17600"/>
            </a:lvl4pPr>
            <a:lvl5pPr marL="0" indent="1828800" algn="ctr">
              <a:lnSpc>
                <a:spcPct val="80000"/>
              </a:lnSpc>
              <a:spcBef>
                <a:spcPts val="0"/>
              </a:spcBef>
              <a:buSzTx/>
              <a:buNone/>
              <a:defRPr b="1" spc="-176" sz="17600"/>
            </a:lvl5pPr>
          </a:lstStyle>
          <a:p>
            <a:pPr/>
            <a:r>
              <a:t>100%</a:t>
            </a:r>
          </a:p>
          <a:p>
            <a:pPr lvl="1"/>
            <a:r>
              <a:t/>
            </a:r>
          </a:p>
          <a:p>
            <a:pPr lvl="2"/>
            <a:r>
              <a:t/>
            </a:r>
          </a:p>
          <a:p>
            <a:pPr lvl="3"/>
            <a:r>
              <a:t/>
            </a:r>
          </a:p>
          <a:p>
            <a:pPr lvl="4"/>
            <a:r>
              <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Body Level One…"/>
          <p:cNvSpPr txBox="1"/>
          <p:nvPr>
            <p:ph type="body" sz="half" idx="1" hasCustomPrompt="1"/>
          </p:nvPr>
        </p:nvSpPr>
        <p:spPr>
          <a:xfrm>
            <a:off x="736600" y="3721100"/>
            <a:ext cx="11531600" cy="2324100"/>
          </a:xfrm>
          <a:prstGeom prst="rect">
            <a:avLst/>
          </a:prstGeom>
        </p:spPr>
        <p:txBody>
          <a:bodyPr anchor="ctr"/>
          <a:lstStyle>
            <a:lvl1pPr marL="457200" indent="-342900">
              <a:spcBef>
                <a:spcPts val="0"/>
              </a:spcBef>
              <a:buSzTx/>
              <a:buNone/>
              <a:defRPr spc="-119" sz="6000">
                <a:latin typeface="Helvetica Neue Medium"/>
                <a:ea typeface="Helvetica Neue Medium"/>
                <a:cs typeface="Helvetica Neue Medium"/>
                <a:sym typeface="Helvetica Neue Medium"/>
              </a:defRPr>
            </a:lvl1pPr>
            <a:lvl2pPr marL="457200" indent="114300">
              <a:spcBef>
                <a:spcPts val="0"/>
              </a:spcBef>
              <a:buSzTx/>
              <a:buNone/>
              <a:defRPr spc="-119" sz="6000">
                <a:latin typeface="Helvetica Neue Medium"/>
                <a:ea typeface="Helvetica Neue Medium"/>
                <a:cs typeface="Helvetica Neue Medium"/>
                <a:sym typeface="Helvetica Neue Medium"/>
              </a:defRPr>
            </a:lvl2pPr>
            <a:lvl3pPr marL="457200" indent="571500">
              <a:spcBef>
                <a:spcPts val="0"/>
              </a:spcBef>
              <a:buSzTx/>
              <a:buNone/>
              <a:defRPr spc="-119" sz="6000">
                <a:latin typeface="Helvetica Neue Medium"/>
                <a:ea typeface="Helvetica Neue Medium"/>
                <a:cs typeface="Helvetica Neue Medium"/>
                <a:sym typeface="Helvetica Neue Medium"/>
              </a:defRPr>
            </a:lvl3pPr>
            <a:lvl4pPr marL="457200" indent="1028700">
              <a:spcBef>
                <a:spcPts val="0"/>
              </a:spcBef>
              <a:buSzTx/>
              <a:buNone/>
              <a:defRPr spc="-119" sz="6000">
                <a:latin typeface="Helvetica Neue Medium"/>
                <a:ea typeface="Helvetica Neue Medium"/>
                <a:cs typeface="Helvetica Neue Medium"/>
                <a:sym typeface="Helvetica Neue Medium"/>
              </a:defRPr>
            </a:lvl4pPr>
            <a:lvl5pPr marL="457200" indent="1485900">
              <a:spcBef>
                <a:spcPts val="0"/>
              </a:spcBef>
              <a:buSzTx/>
              <a:buNone/>
              <a:defRPr spc="-119" sz="60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6" name="Attribution"/>
          <p:cNvSpPr txBox="1"/>
          <p:nvPr>
            <p:ph type="body" sz="quarter" idx="21" hasCustomPrompt="1"/>
          </p:nvPr>
        </p:nvSpPr>
        <p:spPr>
          <a:xfrm>
            <a:off x="1219200" y="6426200"/>
            <a:ext cx="11049000" cy="461059"/>
          </a:xfrm>
          <a:prstGeom prst="rect">
            <a:avLst/>
          </a:prstGeom>
        </p:spPr>
        <p:txBody>
          <a:bodyPr/>
          <a:lstStyle>
            <a:lvl1pPr marL="0" indent="0" defTabSz="563541">
              <a:lnSpc>
                <a:spcPct val="100000"/>
              </a:lnSpc>
              <a:spcBef>
                <a:spcPts val="0"/>
              </a:spcBef>
              <a:buSzTx/>
              <a:buNone/>
              <a:defRPr b="1" sz="2304"/>
            </a:lvl1pPr>
          </a:lstStyle>
          <a:p>
            <a:pPr/>
            <a:r>
              <a:t>Attribution</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pappardelle pasta with parsley butter, roasted hazelnuts and shaved parmesan cheese"/>
          <p:cNvSpPr/>
          <p:nvPr>
            <p:ph type="pic" idx="21"/>
          </p:nvPr>
        </p:nvSpPr>
        <p:spPr>
          <a:xfrm>
            <a:off x="-2082800" y="687558"/>
            <a:ext cx="11165190" cy="8373892"/>
          </a:xfrm>
          <a:prstGeom prst="rect">
            <a:avLst/>
          </a:prstGeom>
        </p:spPr>
        <p:txBody>
          <a:bodyPr lIns="91439" tIns="45719" rIns="91439" bIns="45719">
            <a:noAutofit/>
          </a:bodyPr>
          <a:lstStyle/>
          <a:p>
            <a:pPr/>
          </a:p>
        </p:txBody>
      </p:sp>
      <p:sp>
        <p:nvSpPr>
          <p:cNvPr id="145" name="Bowl of salad with fried rice, boiled eggs and chopsticks"/>
          <p:cNvSpPr/>
          <p:nvPr>
            <p:ph type="pic" sz="half" idx="22"/>
          </p:nvPr>
        </p:nvSpPr>
        <p:spPr>
          <a:xfrm>
            <a:off x="6597650" y="292100"/>
            <a:ext cx="5740400" cy="4592321"/>
          </a:xfrm>
          <a:prstGeom prst="rect">
            <a:avLst/>
          </a:prstGeom>
        </p:spPr>
        <p:txBody>
          <a:bodyPr lIns="91439" tIns="45719" rIns="91439" bIns="45719">
            <a:noAutofit/>
          </a:bodyPr>
          <a:lstStyle/>
          <a:p>
            <a:pPr/>
          </a:p>
        </p:txBody>
      </p:sp>
      <p:sp>
        <p:nvSpPr>
          <p:cNvPr id="146" name="Bowl with salmon cakes, salad and houmous"/>
          <p:cNvSpPr/>
          <p:nvPr>
            <p:ph type="pic" idx="23"/>
          </p:nvPr>
        </p:nvSpPr>
        <p:spPr>
          <a:xfrm>
            <a:off x="4984750" y="2749413"/>
            <a:ext cx="7937500" cy="9238277"/>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016000" y="-1054100"/>
            <a:ext cx="14427200" cy="11541760"/>
          </a:xfrm>
          <a:prstGeom prst="rect">
            <a:avLst/>
          </a:prstGeom>
        </p:spPr>
        <p:txBody>
          <a:bodyPr lIns="91439" tIns="45719" rIns="91439" bIns="45719">
            <a:noAutofit/>
          </a:bodyPr>
          <a:lstStyle/>
          <a:p>
            <a:pPr/>
          </a:p>
        </p:txBody>
      </p:sp>
      <p:sp>
        <p:nvSpPr>
          <p:cNvPr id="155" name="Slide Number"/>
          <p:cNvSpPr txBox="1"/>
          <p:nvPr>
            <p:ph type="sldNum" sz="quarter" idx="2"/>
          </p:nvPr>
        </p:nvSpPr>
        <p:spPr>
          <a:xfrm>
            <a:off x="6353454" y="9220199"/>
            <a:ext cx="297892" cy="287479"/>
          </a:xfrm>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Body Level One…"/>
          <p:cNvSpPr txBox="1"/>
          <p:nvPr>
            <p:ph type="body" idx="1" hasCustomPrompt="1"/>
          </p:nvPr>
        </p:nvSpPr>
        <p:spPr>
          <a:xfrm>
            <a:off x="698500" y="2959100"/>
            <a:ext cx="11607800" cy="6096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3" name="Slide Title"/>
          <p:cNvSpPr txBox="1"/>
          <p:nvPr>
            <p:ph type="title" hasCustomPrompt="1"/>
          </p:nvPr>
        </p:nvSpPr>
        <p:spPr>
          <a:xfrm>
            <a:off x="698500" y="440266"/>
            <a:ext cx="11607800" cy="1016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4" name="Slide Number"/>
          <p:cNvSpPr txBox="1"/>
          <p:nvPr>
            <p:ph type="sldNum" sz="quarter" idx="2"/>
          </p:nvPr>
        </p:nvSpPr>
        <p:spPr>
          <a:xfrm>
            <a:off x="6350067" y="9220199"/>
            <a:ext cx="297892" cy="287479"/>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3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1pPr>
      <a:lvl2pPr marL="0" marR="0" indent="4572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2pPr>
      <a:lvl3pPr marL="0" marR="0" indent="9144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3pPr>
      <a:lvl4pPr marL="0" marR="0" indent="13716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4pPr>
      <a:lvl5pPr marL="0" marR="0" indent="18288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5pPr>
      <a:lvl6pPr marL="0" marR="0" indent="22860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6pPr>
      <a:lvl7pPr marL="0" marR="0" indent="27432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7pPr>
      <a:lvl8pPr marL="0" marR="0" indent="32004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8pPr>
      <a:lvl9pPr marL="0" marR="0" indent="3657600" algn="l" defTabSz="1733930" rtl="0" latinLnBrk="0">
        <a:lnSpc>
          <a:spcPct val="80000"/>
        </a:lnSpc>
        <a:spcBef>
          <a:spcPts val="0"/>
        </a:spcBef>
        <a:spcAft>
          <a:spcPts val="0"/>
        </a:spcAft>
        <a:buClrTx/>
        <a:buSzTx/>
        <a:buFontTx/>
        <a:buNone/>
        <a:tabLst/>
        <a:defRPr b="1" baseline="0" cap="none" i="0" spc="-119" strike="noStrike" sz="6000" u="none">
          <a:solidFill>
            <a:srgbClr val="000000"/>
          </a:solidFill>
          <a:uFillTx/>
          <a:latin typeface="+mn-lt"/>
          <a:ea typeface="+mn-ea"/>
          <a:cs typeface="+mn-cs"/>
          <a:sym typeface="Helvetica Neue"/>
        </a:defRPr>
      </a:lvl9pPr>
    </p:titleStyle>
    <p:bodyStyle>
      <a:lvl1pPr marL="381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1pPr>
      <a:lvl2pPr marL="762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2pPr>
      <a:lvl3pPr marL="1143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3pPr>
      <a:lvl4pPr marL="1524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4pPr>
      <a:lvl5pPr marL="1905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5pPr>
      <a:lvl6pPr marL="2286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6pPr>
      <a:lvl7pPr marL="2667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7pPr>
      <a:lvl8pPr marL="3048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8pPr>
      <a:lvl9pPr marL="3429000" marR="0" indent="-381000" algn="l" defTabSz="1733930" rtl="0" latinLnBrk="0">
        <a:lnSpc>
          <a:spcPct val="90000"/>
        </a:lnSpc>
        <a:spcBef>
          <a:spcPts val="3200"/>
        </a:spcBef>
        <a:spcAft>
          <a:spcPts val="0"/>
        </a:spcAft>
        <a:buClrTx/>
        <a:buSzPct val="123000"/>
        <a:buFontTx/>
        <a:buChar char="•"/>
        <a:tabLst/>
        <a:defRPr b="0" baseline="0" cap="none" i="0" spc="0" strike="noStrike" sz="30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3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tif"/></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jpeg"/><Relationship Id="rId3" Type="http://schemas.openxmlformats.org/officeDocument/2006/relationships/image" Target="../media/image2.tif"/></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Roman Sannikov"/>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Roman Sannikov</a:t>
            </a:r>
          </a:p>
        </p:txBody>
      </p:sp>
      <p:sp>
        <p:nvSpPr>
          <p:cNvPr id="172" name="Design, Fabrication, and Control of a Low-Cost Quadruped Robot with Integrated Computer Vision"/>
          <p:cNvSpPr txBox="1"/>
          <p:nvPr>
            <p:ph type="ctrTitle"/>
          </p:nvPr>
        </p:nvSpPr>
        <p:spPr>
          <a:prstGeom prst="rect">
            <a:avLst/>
          </a:prstGeom>
        </p:spPr>
        <p:txBody>
          <a:bodyPr/>
          <a:lstStyle>
            <a:lvl1pPr defTabSz="1404483">
              <a:defRPr spc="-132" sz="6642">
                <a:latin typeface="Times New Roman"/>
                <a:ea typeface="Times New Roman"/>
                <a:cs typeface="Times New Roman"/>
                <a:sym typeface="Times New Roman"/>
              </a:defRPr>
            </a:lvl1pPr>
          </a:lstStyle>
          <a:p>
            <a:pPr/>
            <a:r>
              <a:t>Design, Fabrication, and Control of a Low-Cost Quadruped Robot with Integrated Computer Vision</a:t>
            </a:r>
          </a:p>
        </p:txBody>
      </p:sp>
      <p:sp>
        <p:nvSpPr>
          <p:cNvPr id="173" name="Bachelor Thesis Defense"/>
          <p:cNvSpPr txBox="1"/>
          <p:nvPr>
            <p:ph type="subTitle" sz="quarter" idx="1"/>
          </p:nvPr>
        </p:nvSpPr>
        <p:spPr>
          <a:prstGeom prst="rect">
            <a:avLst/>
          </a:prstGeom>
        </p:spPr>
        <p:txBody>
          <a:bodyPr/>
          <a:lstStyle>
            <a:lvl1pPr>
              <a:defRPr>
                <a:latin typeface="Times New Roman"/>
                <a:ea typeface="Times New Roman"/>
                <a:cs typeface="Times New Roman"/>
                <a:sym typeface="Times New Roman"/>
              </a:defRPr>
            </a:lvl1pPr>
          </a:lstStyle>
          <a:p>
            <a:pPr/>
            <a:r>
              <a:t>Bachelor Thesis Defense</a:t>
            </a:r>
          </a:p>
        </p:txBody>
      </p:sp>
      <p:sp>
        <p:nvSpPr>
          <p:cNvPr id="174" name="Univerzitet Singidunum"/>
          <p:cNvSpPr txBox="1"/>
          <p:nvPr/>
        </p:nvSpPr>
        <p:spPr>
          <a:xfrm>
            <a:off x="698499" y="8657488"/>
            <a:ext cx="11607802" cy="46106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lvl1pPr algn="r" defTabSz="587022">
              <a:lnSpc>
                <a:spcPct val="100000"/>
              </a:lnSpc>
              <a:spcBef>
                <a:spcPts val="0"/>
              </a:spcBef>
              <a:defRPr b="1" sz="2400">
                <a:latin typeface="Times New Roman"/>
                <a:ea typeface="Times New Roman"/>
                <a:cs typeface="Times New Roman"/>
                <a:sym typeface="Times New Roman"/>
              </a:defRPr>
            </a:lvl1pPr>
          </a:lstStyle>
          <a:p>
            <a:pPr/>
            <a:r>
              <a:t>Univerzitet Singidunum</a:t>
            </a:r>
          </a:p>
        </p:txBody>
      </p:sp>
      <p:pic>
        <p:nvPicPr>
          <p:cNvPr id="175" name="Image" descr="Image"/>
          <p:cNvPicPr>
            <a:picLocks noChangeAspect="1"/>
          </p:cNvPicPr>
          <p:nvPr/>
        </p:nvPicPr>
        <p:blipFill>
          <a:blip r:embed="rId2">
            <a:extLst/>
          </a:blip>
          <a:stretch>
            <a:fillRect/>
          </a:stretch>
        </p:blipFill>
        <p:spPr>
          <a:xfrm>
            <a:off x="12407521" y="8657488"/>
            <a:ext cx="461060" cy="461060"/>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1968 Mathematical Biosciences article “On the stability properties of quadruped creeping gaits”…"/>
          <p:cNvSpPr txBox="1"/>
          <p:nvPr>
            <p:ph type="body" idx="1"/>
          </p:nvPr>
        </p:nvSpPr>
        <p:spPr>
          <a:prstGeom prst="rect">
            <a:avLst/>
          </a:prstGeom>
        </p:spPr>
        <p:txBody>
          <a:bodyPr/>
          <a:lstStyle/>
          <a:p>
            <a:pPr/>
            <a:r>
              <a:t>1968 Mathematical Biosciences article “On the stability properties of quadruped creeping gaits”</a:t>
            </a:r>
          </a:p>
          <a:p>
            <a:pPr/>
            <a:r>
              <a:t>1984 article “Experiments in Balance with a 3D One-Legged Hopping Machine”</a:t>
            </a:r>
          </a:p>
          <a:p>
            <a:pPr/>
            <a:r>
              <a:t>2008 article “BigDog, the rough-terrain quadruped robot”</a:t>
            </a:r>
          </a:p>
        </p:txBody>
      </p:sp>
      <p:sp>
        <p:nvSpPr>
          <p:cNvPr id="178" name="Slide Subtitle"/>
          <p:cNvSpPr txBox="1"/>
          <p:nvPr>
            <p:ph type="body" idx="21"/>
          </p:nvPr>
        </p:nvSpPr>
        <p:spPr>
          <a:prstGeom prst="rect">
            <a:avLst/>
          </a:prstGeom>
        </p:spPr>
        <p:txBody>
          <a:bodyPr/>
          <a:lstStyle/>
          <a:p>
            <a:pPr/>
          </a:p>
        </p:txBody>
      </p:sp>
      <p:sp>
        <p:nvSpPr>
          <p:cNvPr id="179" name="Introduction"/>
          <p:cNvSpPr txBox="1"/>
          <p:nvPr>
            <p:ph type="title"/>
          </p:nvPr>
        </p:nvSpPr>
        <p:spPr>
          <a:prstGeom prst="rect">
            <a:avLst/>
          </a:prstGeom>
        </p:spPr>
        <p:txBody>
          <a:bodyPr/>
          <a:lstStyle>
            <a:lvl1pPr defTabSz="1716590">
              <a:defRPr spc="-118" sz="5940"/>
            </a:lvl1pPr>
          </a:lstStyle>
          <a:p>
            <a:pPr/>
            <a:r>
              <a:t>Introduction</a:t>
            </a:r>
          </a:p>
        </p:txBody>
      </p:sp>
      <p:pic>
        <p:nvPicPr>
          <p:cNvPr id="180" name="images.jpeg" descr="images.jpeg"/>
          <p:cNvPicPr>
            <a:picLocks noChangeAspect="1"/>
          </p:cNvPicPr>
          <p:nvPr/>
        </p:nvPicPr>
        <p:blipFill>
          <a:blip r:embed="rId2">
            <a:extLst/>
          </a:blip>
          <a:stretch>
            <a:fillRect/>
          </a:stretch>
        </p:blipFill>
        <p:spPr>
          <a:xfrm>
            <a:off x="6268187" y="6139665"/>
            <a:ext cx="2023859" cy="2823739"/>
          </a:xfrm>
          <a:prstGeom prst="rect">
            <a:avLst/>
          </a:prstGeom>
          <a:ln w="12700">
            <a:miter lim="400000"/>
          </a:ln>
        </p:spPr>
      </p:pic>
      <p:pic>
        <p:nvPicPr>
          <p:cNvPr id="181" name="Image" descr="Image"/>
          <p:cNvPicPr>
            <a:picLocks noChangeAspect="1"/>
          </p:cNvPicPr>
          <p:nvPr/>
        </p:nvPicPr>
        <p:blipFill>
          <a:blip r:embed="rId3">
            <a:extLst/>
          </a:blip>
          <a:stretch>
            <a:fillRect/>
          </a:stretch>
        </p:blipFill>
        <p:spPr>
          <a:xfrm>
            <a:off x="8450545" y="6139665"/>
            <a:ext cx="3764985" cy="2823739"/>
          </a:xfrm>
          <a:prstGeom prst="rect">
            <a:avLst/>
          </a:prstGeom>
          <a:ln w="12700">
            <a:miter lim="400000"/>
          </a:ln>
        </p:spPr>
      </p:pic>
      <p:sp>
        <p:nvSpPr>
          <p:cNvPr id="182" name="2016 article “You Only Look Once architecture”"/>
          <p:cNvSpPr txBox="1"/>
          <p:nvPr/>
        </p:nvSpPr>
        <p:spPr>
          <a:xfrm>
            <a:off x="698499" y="6498157"/>
            <a:ext cx="5411188" cy="25854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lvl1pPr marL="381000" indent="-381000">
              <a:buSzPct val="123000"/>
              <a:buChar char="•"/>
            </a:lvl1pPr>
          </a:lstStyle>
          <a:p>
            <a:pPr/>
            <a:r>
              <a:t>2016 article “You Only Look Once architecture”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Slide Subtitle"/>
          <p:cNvSpPr txBox="1"/>
          <p:nvPr>
            <p:ph type="body" idx="21"/>
          </p:nvPr>
        </p:nvSpPr>
        <p:spPr>
          <a:prstGeom prst="rect">
            <a:avLst/>
          </a:prstGeom>
        </p:spPr>
        <p:txBody>
          <a:bodyPr/>
          <a:lstStyle/>
          <a:p>
            <a:pPr/>
          </a:p>
        </p:txBody>
      </p:sp>
      <p:sp>
        <p:nvSpPr>
          <p:cNvPr id="185" name="Problems and solutions"/>
          <p:cNvSpPr txBox="1"/>
          <p:nvPr>
            <p:ph type="title"/>
          </p:nvPr>
        </p:nvSpPr>
        <p:spPr>
          <a:prstGeom prst="rect">
            <a:avLst/>
          </a:prstGeom>
        </p:spPr>
        <p:txBody>
          <a:bodyPr/>
          <a:lstStyle>
            <a:lvl1pPr defTabSz="1716590">
              <a:defRPr spc="-118" sz="5940"/>
            </a:lvl1pPr>
          </a:lstStyle>
          <a:p>
            <a:pPr/>
            <a:r>
              <a:t>Problems and solutions</a:t>
            </a:r>
          </a:p>
        </p:txBody>
      </p:sp>
      <p:graphicFrame>
        <p:nvGraphicFramePr>
          <p:cNvPr id="186" name="Table 1"/>
          <p:cNvGraphicFramePr/>
          <p:nvPr/>
        </p:nvGraphicFramePr>
        <p:xfrm>
          <a:off x="3606800" y="2963242"/>
          <a:ext cx="5803901" cy="60960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895600"/>
                <a:gridCol w="2895600"/>
              </a:tblGrid>
              <a:tr h="2027766">
                <a:tc>
                  <a:txBody>
                    <a:bodyPr/>
                    <a:lstStyle/>
                    <a:p>
                      <a:pPr>
                        <a:defRPr sz="1800"/>
                      </a:pPr>
                      <a:r>
                        <a:rPr sz="2200"/>
                        <a:t>High cost</a:t>
                      </a:r>
                    </a:p>
                  </a:txBody>
                  <a:tcPr marL="50800" marR="50800" marT="50800" marB="50800" anchor="ctr" anchorCtr="0" horzOverflow="overflow">
                    <a:solidFill>
                      <a:srgbClr val="F3F3F3"/>
                    </a:solidFill>
                  </a:tcPr>
                </a:tc>
                <a:tc>
                  <a:txBody>
                    <a:bodyPr/>
                    <a:lstStyle/>
                    <a:p>
                      <a:pPr>
                        <a:defRPr sz="1800"/>
                      </a:pPr>
                      <a:r>
                        <a:rPr sz="2200"/>
                        <a:t>Low cost</a:t>
                      </a:r>
                    </a:p>
                  </a:txBody>
                  <a:tcPr marL="50800" marR="50800" marT="50800" marB="50800" anchor="ctr" anchorCtr="0" horzOverflow="overflow"/>
                </a:tc>
              </a:tr>
              <a:tr h="2027766">
                <a:tc>
                  <a:txBody>
                    <a:bodyPr/>
                    <a:lstStyle/>
                    <a:p>
                      <a:pPr>
                        <a:defRPr sz="1800"/>
                      </a:pPr>
                      <a:r>
                        <a:rPr sz="2200"/>
                        <a:t>Close sourced</a:t>
                      </a:r>
                    </a:p>
                  </a:txBody>
                  <a:tcPr marL="50800" marR="50800" marT="50800" marB="50800" anchor="ctr" anchorCtr="0" horzOverflow="overflow">
                    <a:solidFill>
                      <a:srgbClr val="F3F3F3"/>
                    </a:solidFill>
                  </a:tcPr>
                </a:tc>
                <a:tc>
                  <a:txBody>
                    <a:bodyPr/>
                    <a:lstStyle/>
                    <a:p>
                      <a:pPr>
                        <a:defRPr sz="1800"/>
                      </a:pPr>
                      <a:r>
                        <a:rPr sz="2200"/>
                        <a:t>Open source</a:t>
                      </a:r>
                    </a:p>
                  </a:txBody>
                  <a:tcPr marL="50800" marR="50800" marT="50800" marB="50800" anchor="ctr" anchorCtr="0" horzOverflow="overflow"/>
                </a:tc>
              </a:tr>
              <a:tr h="2027766">
                <a:tc>
                  <a:txBody>
                    <a:bodyPr/>
                    <a:lstStyle/>
                    <a:p>
                      <a:pPr>
                        <a:defRPr sz="1800"/>
                      </a:pPr>
                      <a:r>
                        <a:rPr sz="2200"/>
                        <a:t>Hard to modify</a:t>
                      </a:r>
                    </a:p>
                  </a:txBody>
                  <a:tcPr marL="50800" marR="50800" marT="50800" marB="50800" anchor="ctr" anchorCtr="0" horzOverflow="overflow">
                    <a:solidFill>
                      <a:srgbClr val="F3F3F3"/>
                    </a:solidFill>
                  </a:tcPr>
                </a:tc>
                <a:tc>
                  <a:txBody>
                    <a:bodyPr/>
                    <a:lstStyle/>
                    <a:p>
                      <a:pPr>
                        <a:defRPr sz="1800"/>
                      </a:pPr>
                      <a:r>
                        <a:rPr sz="2200"/>
                        <a:t>DIY</a:t>
                      </a:r>
                    </a:p>
                  </a:txBody>
                  <a:tcPr marL="50800" marR="50800" marT="50800" marB="50800" anchor="ctr" anchorCtr="0" horzOverflow="overflow"/>
                </a:tc>
              </a:tr>
            </a:tbl>
          </a:graphicData>
        </a:graphic>
      </p:graphicFrame>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lide bullet text"/>
          <p:cNvSpPr txBox="1"/>
          <p:nvPr>
            <p:ph type="body" idx="1"/>
          </p:nvPr>
        </p:nvSpPr>
        <p:spPr>
          <a:prstGeom prst="rect">
            <a:avLst/>
          </a:prstGeom>
        </p:spPr>
        <p:txBody>
          <a:bodyPr/>
          <a:lstStyle/>
          <a:p>
            <a:pPr/>
          </a:p>
        </p:txBody>
      </p:sp>
      <p:sp>
        <p:nvSpPr>
          <p:cNvPr id="189" name="Slide Subtitle"/>
          <p:cNvSpPr txBox="1"/>
          <p:nvPr>
            <p:ph type="body" idx="21"/>
          </p:nvPr>
        </p:nvSpPr>
        <p:spPr>
          <a:prstGeom prst="rect">
            <a:avLst/>
          </a:prstGeom>
        </p:spPr>
        <p:txBody>
          <a:bodyPr/>
          <a:lstStyle/>
          <a:p>
            <a:pPr/>
          </a:p>
        </p:txBody>
      </p:sp>
      <p:sp>
        <p:nvSpPr>
          <p:cNvPr id="190" name="Model design"/>
          <p:cNvSpPr txBox="1"/>
          <p:nvPr>
            <p:ph type="title"/>
          </p:nvPr>
        </p:nvSpPr>
        <p:spPr>
          <a:prstGeom prst="rect">
            <a:avLst/>
          </a:prstGeom>
        </p:spPr>
        <p:txBody>
          <a:bodyPr/>
          <a:lstStyle>
            <a:lvl1pPr defTabSz="1716590">
              <a:defRPr spc="-118" sz="5940"/>
            </a:lvl1pPr>
          </a:lstStyle>
          <a:p>
            <a:pPr/>
            <a:r>
              <a:t>Model design</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Slide bullet text"/>
          <p:cNvSpPr txBox="1"/>
          <p:nvPr>
            <p:ph type="body" idx="1"/>
          </p:nvPr>
        </p:nvSpPr>
        <p:spPr>
          <a:prstGeom prst="rect">
            <a:avLst/>
          </a:prstGeom>
        </p:spPr>
        <p:txBody>
          <a:bodyPr/>
          <a:lstStyle/>
          <a:p>
            <a:pPr/>
          </a:p>
        </p:txBody>
      </p:sp>
      <p:sp>
        <p:nvSpPr>
          <p:cNvPr id="193" name="Slide Subtitle"/>
          <p:cNvSpPr txBox="1"/>
          <p:nvPr>
            <p:ph type="body" idx="21"/>
          </p:nvPr>
        </p:nvSpPr>
        <p:spPr>
          <a:prstGeom prst="rect">
            <a:avLst/>
          </a:prstGeom>
        </p:spPr>
        <p:txBody>
          <a:bodyPr/>
          <a:lstStyle/>
          <a:p>
            <a:pPr/>
          </a:p>
        </p:txBody>
      </p:sp>
      <p:sp>
        <p:nvSpPr>
          <p:cNvPr id="194" name="Hardware"/>
          <p:cNvSpPr txBox="1"/>
          <p:nvPr>
            <p:ph type="title"/>
          </p:nvPr>
        </p:nvSpPr>
        <p:spPr>
          <a:prstGeom prst="rect">
            <a:avLst/>
          </a:prstGeom>
        </p:spPr>
        <p:txBody>
          <a:bodyPr/>
          <a:lstStyle>
            <a:lvl1pPr defTabSz="1716590">
              <a:defRPr spc="-118" sz="5940"/>
            </a:lvl1pPr>
          </a:lstStyle>
          <a:p>
            <a:pPr/>
            <a:r>
              <a:t>Hardware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Slide bullet text"/>
          <p:cNvSpPr txBox="1"/>
          <p:nvPr>
            <p:ph type="body" idx="1"/>
          </p:nvPr>
        </p:nvSpPr>
        <p:spPr>
          <a:prstGeom prst="rect">
            <a:avLst/>
          </a:prstGeom>
        </p:spPr>
        <p:txBody>
          <a:bodyPr/>
          <a:lstStyle/>
          <a:p>
            <a:pPr/>
          </a:p>
        </p:txBody>
      </p:sp>
      <p:sp>
        <p:nvSpPr>
          <p:cNvPr id="197" name="Slide Subtitle"/>
          <p:cNvSpPr txBox="1"/>
          <p:nvPr>
            <p:ph type="body" idx="21"/>
          </p:nvPr>
        </p:nvSpPr>
        <p:spPr>
          <a:prstGeom prst="rect">
            <a:avLst/>
          </a:prstGeom>
        </p:spPr>
        <p:txBody>
          <a:bodyPr/>
          <a:lstStyle/>
          <a:p>
            <a:pPr/>
          </a:p>
        </p:txBody>
      </p:sp>
      <p:sp>
        <p:nvSpPr>
          <p:cNvPr id="198" name="Software"/>
          <p:cNvSpPr txBox="1"/>
          <p:nvPr>
            <p:ph type="title"/>
          </p:nvPr>
        </p:nvSpPr>
        <p:spPr>
          <a:prstGeom prst="rect">
            <a:avLst/>
          </a:prstGeom>
        </p:spPr>
        <p:txBody>
          <a:bodyPr/>
          <a:lstStyle>
            <a:lvl1pPr defTabSz="1716590">
              <a:defRPr spc="-118" sz="5940"/>
            </a:lvl1pPr>
          </a:lstStyle>
          <a:p>
            <a:pPr/>
            <a:r>
              <a:t>Software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Slide bullet text"/>
          <p:cNvSpPr txBox="1"/>
          <p:nvPr>
            <p:ph type="body" idx="1"/>
          </p:nvPr>
        </p:nvSpPr>
        <p:spPr>
          <a:prstGeom prst="rect">
            <a:avLst/>
          </a:prstGeom>
        </p:spPr>
        <p:txBody>
          <a:bodyPr/>
          <a:lstStyle/>
          <a:p>
            <a:pPr/>
          </a:p>
        </p:txBody>
      </p:sp>
      <p:sp>
        <p:nvSpPr>
          <p:cNvPr id="201" name="Slide Subtitle"/>
          <p:cNvSpPr txBox="1"/>
          <p:nvPr>
            <p:ph type="body" idx="21"/>
          </p:nvPr>
        </p:nvSpPr>
        <p:spPr>
          <a:prstGeom prst="rect">
            <a:avLst/>
          </a:prstGeom>
        </p:spPr>
        <p:txBody>
          <a:bodyPr/>
          <a:lstStyle/>
          <a:p>
            <a:pPr/>
          </a:p>
        </p:txBody>
      </p:sp>
      <p:sp>
        <p:nvSpPr>
          <p:cNvPr id="202" name="Results"/>
          <p:cNvSpPr txBox="1"/>
          <p:nvPr>
            <p:ph type="title"/>
          </p:nvPr>
        </p:nvSpPr>
        <p:spPr>
          <a:prstGeom prst="rect">
            <a:avLst/>
          </a:prstGeom>
        </p:spPr>
        <p:txBody>
          <a:bodyPr/>
          <a:lstStyle>
            <a:lvl1pPr defTabSz="1716590">
              <a:defRPr spc="-118" sz="5940"/>
            </a:lvl1pPr>
          </a:lstStyle>
          <a:p>
            <a:pPr/>
            <a:r>
              <a:t>Results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4" name="Slide bullet text"/>
          <p:cNvSpPr txBox="1"/>
          <p:nvPr>
            <p:ph type="body" idx="1"/>
          </p:nvPr>
        </p:nvSpPr>
        <p:spPr>
          <a:prstGeom prst="rect">
            <a:avLst/>
          </a:prstGeom>
        </p:spPr>
        <p:txBody>
          <a:bodyPr/>
          <a:lstStyle/>
          <a:p>
            <a:pPr/>
          </a:p>
        </p:txBody>
      </p:sp>
      <p:sp>
        <p:nvSpPr>
          <p:cNvPr id="205" name="Slide Subtitle"/>
          <p:cNvSpPr txBox="1"/>
          <p:nvPr>
            <p:ph type="body" idx="21"/>
          </p:nvPr>
        </p:nvSpPr>
        <p:spPr>
          <a:prstGeom prst="rect">
            <a:avLst/>
          </a:prstGeom>
        </p:spPr>
        <p:txBody>
          <a:bodyPr/>
          <a:lstStyle/>
          <a:p>
            <a:pPr/>
          </a:p>
        </p:txBody>
      </p:sp>
      <p:sp>
        <p:nvSpPr>
          <p:cNvPr id="206" name="Future work"/>
          <p:cNvSpPr txBox="1"/>
          <p:nvPr>
            <p:ph type="title"/>
          </p:nvPr>
        </p:nvSpPr>
        <p:spPr>
          <a:prstGeom prst="rect">
            <a:avLst/>
          </a:prstGeom>
        </p:spPr>
        <p:txBody>
          <a:bodyPr/>
          <a:lstStyle>
            <a:lvl1pPr defTabSz="1716590">
              <a:defRPr spc="-118" sz="5940"/>
            </a:lvl1pPr>
          </a:lstStyle>
          <a:p>
            <a:pPr/>
            <a:r>
              <a:t>Future work</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Final thesis is defended publicly in front of the mentor, committee member and the audience. For the act of public defense, it is necessary to prepare a short PowerPoint presentation and oral presentation of the most important parts of the final thesis w"/>
          <p:cNvSpPr txBox="1"/>
          <p:nvPr>
            <p:ph type="body" idx="1"/>
          </p:nvPr>
        </p:nvSpPr>
        <p:spPr>
          <a:prstGeom prst="rect">
            <a:avLst/>
          </a:prstGeom>
        </p:spPr>
        <p:txBody>
          <a:bodyPr/>
          <a:lstStyle/>
          <a:p>
            <a:pPr marL="0" indent="0" defTabSz="443484">
              <a:lnSpc>
                <a:spcPct val="100000"/>
              </a:lnSpc>
              <a:spcBef>
                <a:spcPts val="1100"/>
              </a:spcBef>
              <a:buSzTx/>
              <a:buNone/>
              <a:defRPr sz="2522">
                <a:latin typeface="Times New Roman"/>
                <a:ea typeface="Times New Roman"/>
                <a:cs typeface="Times New Roman"/>
                <a:sym typeface="Times New Roman"/>
              </a:defRPr>
            </a:pPr>
            <a:r>
              <a:t>Final thesis is defended publicly in front of the mentor, committee member and the audience. For the act of public defense, it is necessary to prepare a short PowerPoint presentation and oral presentation of the most important parts of the final thesis work.</a:t>
            </a:r>
          </a:p>
          <a:p>
            <a:pPr marL="0" indent="0" defTabSz="443484">
              <a:lnSpc>
                <a:spcPct val="100000"/>
              </a:lnSpc>
              <a:spcBef>
                <a:spcPts val="1100"/>
              </a:spcBef>
              <a:buSzTx/>
              <a:buNone/>
              <a:defRPr sz="2522">
                <a:latin typeface="Times New Roman"/>
                <a:ea typeface="Times New Roman"/>
                <a:cs typeface="Times New Roman"/>
                <a:sym typeface="Times New Roman"/>
              </a:defRPr>
            </a:pPr>
            <a:r>
              <a:t>The presentation should meet the following technical standards:</a:t>
            </a:r>
          </a:p>
          <a:p>
            <a:pPr marL="0" indent="0" defTabSz="443484">
              <a:lnSpc>
                <a:spcPct val="100000"/>
              </a:lnSpc>
              <a:spcBef>
                <a:spcPts val="1100"/>
              </a:spcBef>
              <a:buSzTx/>
              <a:buNone/>
              <a:defRPr sz="2522">
                <a:latin typeface="Times New Roman"/>
                <a:ea typeface="Times New Roman"/>
                <a:cs typeface="Times New Roman"/>
                <a:sym typeface="Times New Roman"/>
              </a:defRPr>
            </a:pPr>
            <a:r>
              <a:t>1) must have a neutral a background, adapted to the academic institution (name and logo of the institution);</a:t>
            </a:r>
          </a:p>
          <a:p>
            <a:pPr marL="0" indent="0" defTabSz="443484">
              <a:lnSpc>
                <a:spcPct val="100000"/>
              </a:lnSpc>
              <a:spcBef>
                <a:spcPts val="1100"/>
              </a:spcBef>
              <a:buSzTx/>
              <a:buNone/>
              <a:defRPr sz="2522">
                <a:latin typeface="Times New Roman"/>
                <a:ea typeface="Times New Roman"/>
                <a:cs typeface="Times New Roman"/>
                <a:sym typeface="Times New Roman"/>
              </a:defRPr>
            </a:pPr>
            <a:r>
              <a:t>2) should contain a minimum of 7 and a maximum of 10 slides, with a maximum of five to seven lines of text (this does not apply to any tables or charts);</a:t>
            </a:r>
          </a:p>
          <a:p>
            <a:pPr marL="0" indent="0" defTabSz="443484">
              <a:lnSpc>
                <a:spcPct val="100000"/>
              </a:lnSpc>
              <a:spcBef>
                <a:spcPts val="1100"/>
              </a:spcBef>
              <a:buSzTx/>
              <a:buNone/>
              <a:defRPr sz="2522">
                <a:latin typeface="Times New Roman"/>
                <a:ea typeface="Times New Roman"/>
                <a:cs typeface="Times New Roman"/>
                <a:sym typeface="Times New Roman"/>
              </a:defRPr>
            </a:pPr>
            <a:r>
              <a:t>3) The text should be aligned in margins and clearly visible (Times New Roman), size 26 pts);</a:t>
            </a:r>
          </a:p>
          <a:p>
            <a:pPr marL="0" indent="0" defTabSz="443484">
              <a:lnSpc>
                <a:spcPct val="100000"/>
              </a:lnSpc>
              <a:spcBef>
                <a:spcPts val="1100"/>
              </a:spcBef>
              <a:buSzTx/>
              <a:buNone/>
              <a:defRPr sz="2522">
                <a:latin typeface="Times New Roman"/>
                <a:ea typeface="Times New Roman"/>
                <a:cs typeface="Times New Roman"/>
                <a:sym typeface="Times New Roman"/>
              </a:defRPr>
            </a:pPr>
            <a:r>
              <a:t>Having in mind that the mentor and the member of the commission read your work in detail, at the presentation you will need to show only the key parts of the final thesis work (the topic you dealt with, analysis of possible solutions and specific recommendations and conclusions you have reached).</a:t>
            </a:r>
          </a:p>
        </p:txBody>
      </p:sp>
      <p:sp>
        <p:nvSpPr>
          <p:cNvPr id="209" name="Slide Subtitle"/>
          <p:cNvSpPr txBox="1"/>
          <p:nvPr>
            <p:ph type="body" idx="21"/>
          </p:nvPr>
        </p:nvSpPr>
        <p:spPr>
          <a:prstGeom prst="rect">
            <a:avLst/>
          </a:prstGeom>
        </p:spPr>
        <p:txBody>
          <a:bodyPr/>
          <a:lstStyle/>
          <a:p>
            <a:pPr/>
          </a:p>
        </p:txBody>
      </p:sp>
      <p:sp>
        <p:nvSpPr>
          <p:cNvPr id="210" name="Presentation rules"/>
          <p:cNvSpPr txBox="1"/>
          <p:nvPr>
            <p:ph type="title"/>
          </p:nvPr>
        </p:nvSpPr>
        <p:spPr>
          <a:prstGeom prst="rect">
            <a:avLst/>
          </a:prstGeom>
        </p:spPr>
        <p:txBody>
          <a:bodyPr/>
          <a:lstStyle>
            <a:lvl1pPr>
              <a:defRPr>
                <a:latin typeface="Times New Roman"/>
                <a:ea typeface="Times New Roman"/>
                <a:cs typeface="Times New Roman"/>
                <a:sym typeface="Times New Roman"/>
              </a:defRPr>
            </a:lvl1pPr>
          </a:lstStyle>
          <a:p>
            <a:pPr/>
            <a:r>
              <a:t>Presentation rules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1733930" rtl="0" fontAlgn="auto" latinLnBrk="0" hangingPunct="0">
          <a:lnSpc>
            <a:spcPct val="90000"/>
          </a:lnSpc>
          <a:spcBef>
            <a:spcPts val="3200"/>
          </a:spcBef>
          <a:spcAft>
            <a:spcPts val="0"/>
          </a:spcAft>
          <a:buClrTx/>
          <a:buSzTx/>
          <a:buFontTx/>
          <a:buNone/>
          <a:tabLst/>
          <a:defRPr b="0" baseline="0" cap="none" i="0" spc="0" strike="noStrike" sz="30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